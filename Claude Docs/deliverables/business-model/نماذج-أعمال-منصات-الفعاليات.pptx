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132"/>
          </a:solidFill>
          <a:ln/>
        </p:spPr>
      </p:sp>
      <p:sp>
        <p:nvSpPr>
          <p:cNvPr id="3" name="Text 1"/>
          <p:cNvSpPr/>
          <p:nvPr/>
        </p:nvSpPr>
        <p:spPr>
          <a:xfrm>
            <a:off x="8991295" y="6446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Sevent — استراتيجية المنصة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13716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13716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نماذج أعمال منصات الفعاليات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33008" y="141732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التصنيفات التسعة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33008" y="1920240"/>
            <a:ext cx="55014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المفتوح — Eventbrite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المُدار — Classpass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المُجمِّع — SeatGeek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البائع المباشر — Ticketmaster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SaaS-enabled — Cvent / Shopify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الاكتشاف — The Knot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المزاد — Lyte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العمودي — GigSalad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الاشتراك — Classpass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السؤال الحاسم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5014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الذي يصعب على المنظم فعله بنفسه؟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كانت المشكلة الوصول للجمهور: السوق المفتوح يكفي.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كانت الجودة متفاوتة: السوق المُدار أفضل.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 السوق مجزّأ بمزودين بلا أدوات: SaaS-enabled هو الأقوى.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كثير من المنصات الناجحة تبدأ بنموذج وتتطور لآخر مع نضج المنتج.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التوصية لـ Sevent: سوق عمودي مدعوم بـ SaaS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فجوة الرقمنة عند الموردين هائلة في السعودية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موردو التموين والصوتيات والديكور يديرون أعمالهم عبر WhatsApp و Excel.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 أداة احترافية تخلق قيمة فورية قبل أن يأتي عميل واحد من المنصة.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الثقة في السوق السعودي علاقاتية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المفتوح لا يعمل في B2B لأن المنظم يطلب ضمانة قبل التعامل.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نحتاج طبقة Managed خفيفة: تحقق سجل تجاري، تقييمات موثقة، ضمان دفع.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رؤية 2030 والإنفاق الحكومي والمؤسسي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الفعاليات المؤسسية تحتاج فواتير ضريبية وعقودًا وتتبعًا منظمًا.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أدوات RFQ والبنود وضريبة 15% المبنية في Sevent تخدم هذا السوق مباشرة.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الفخ: لا تبنِ سوق تذاكر للمستهلك (نسخة Eventbrite عربية)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Eventbrite و Platinumlist و Webook موجودون. الهامش رقيق ولا lock-in.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نقطة الارتكاز: ابدأ بالمورد لا المنظم. المنظم يمشي خلف الموردين الجيدين، والعكس أبطأ.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الطريق: ثلاث مراحل تدريجية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الإيراد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المنتج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النموذج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المرحلة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اشتراك شهري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أداة عروض أسعار، بورتفوليو، تقويم، فواتير ضريبية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SaaS للموردين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 — الآن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عمولة 8-15%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مطابقة موردين بمنظمين عبر RFQ، تحقق هوية، ضمان دفع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Managed Marketplace خفيف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2 — خلال 6-12 شهر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متعدد المصادر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بيانات السوق، تمويل موردين، تأمين فعاليات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Vertical Network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3 — بعد 18 شهر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codebase الحالي (RFQ، بنود، VAT 15%، بورتفوليو) يدعم المرحلة الأولى مباشرة دون إعادة كتابة.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Sevent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نماذج أعمال منصات الفعاليات</dc:title>
  <dc:subject>PptxGenJS Presentation</dc:subject>
  <dc:creator>أحمد رباية</dc:creator>
  <cp:lastModifiedBy>أحمد رباية</cp:lastModifiedBy>
  <cp:revision>1</cp:revision>
  <dcterms:created xsi:type="dcterms:W3CDTF">2026-04-29T10:06:02Z</dcterms:created>
  <dcterms:modified xsi:type="dcterms:W3CDTF">2026-04-29T10:06:02Z</dcterms:modified>
</cp:coreProperties>
</file>