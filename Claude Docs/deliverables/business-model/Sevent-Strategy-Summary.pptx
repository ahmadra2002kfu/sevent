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1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 — Platform Strategy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Business Model Strategy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Recommendation, roadmap, and defense against disintermediation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Rabaya</a:t>
            </a:r>
            <a:pPr algn="l"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29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Platform Business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across the marketplace landscape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487649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(Events)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Marketplace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Eventbrite, Meetup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Marketplace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Classpass, Resy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SeatGeek, StubHub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First-party (pseudo)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Ticketmaster, 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SaaS-enabled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Med-High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Cvent, Splash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/ Lead-gen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Knot, WeddingWire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Auction-based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Marketplace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GigSalad, Headout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pPr algn="l" indent="0" marL="0">
              <a:buNone/>
            </a:pPr>
            <a:r>
              <a:rPr lang="en-US" sz="14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hardest for the organizer to do alone? That decides the model.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SaaS-enabled Vertical Marketplace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focus — organizer ↔ supplier, not consumer tickets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fits Saudi specifically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digitization gap in suppliers —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catering, AV, decor, photography run on WhatsApp + Excel. No CRM, no calendars, no quote systems. A professional tool delivers value before any customer arrives.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Saudi B2B is relational —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marketplaces fail because organizers don't book unfamiliar suppliers. Need a light Managed layer: CR verification, audited reviews, payment guarantee.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institutional spend —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and government events need ZATCA invoices, contracts, audit trails. RFQ + line-items + 15% VAT (already built) serve this market directly.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already supports it — 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flow, supplier portfolios, ZATCA-ready VAT, organizer-supplier model. No rewrite needed, only deepening of existing tools.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0"/>
            <a:ext cx="11277295" cy="502920"/>
          </a:xfrm>
          <a:prstGeom prst="rect">
            <a:avLst/>
          </a:prstGeom>
          <a:solidFill>
            <a:srgbClr val="F0F7F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 = the supplier, not the organizer. </a:t>
            </a:r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follow good suppliers — the reverse is far slower. (Shopify, Toast, ServiceTitan rule.)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NOT building Eventbrite-Arabia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7729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❌"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Eventbrite, Platinumlist, Webook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own consumer ticketing in the region.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❌"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Razor-thin margins —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2-5% per ticket; no path to high LTV.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❌"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lock-in —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can leave any moment; no defensible moat.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❌"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value layer —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is a one-shot transaction; no compounding asset.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❌"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 is NOT in this market —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≠ tickets. The codebase already says B2B.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486400"/>
            <a:ext cx="11277295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57784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tickets is a graveyard for new entrants. Stay B2B, stay vertical, stay SaaS-first.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SaaS layer first, marketplace second, network third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4846320"/>
                <a:gridCol w="18288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for Suppliers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system, portfolio, calendar, ZATCA invoicing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subscription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(6-12 months)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Managed Marketplace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RFQ-based matching, identity verification, payment escrow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8-15%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(18+ months)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data, supplier financing, event insurance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note: </a:t>
            </a:r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codebase (RFQ, line-items, VAT 15%, portfolio) supports Phase 1 directly — no rewrite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Disintermediation Threat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Supervisor's question: what stops them from going around the platform?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answer: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fully prevents it. </a:t>
            </a:r>
            <a:pPr algn="l" indent="0" marL="0">
              <a:buNone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= make staying cheaper than leaving.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Saudi events are the WORST case: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7729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value — 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 budget often 50K-500K SAR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frequency — 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uses same supplier 2-4 times per year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trust — 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B2B runs on personal relationships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77295" cy="1828800"/>
          </a:xfrm>
          <a:prstGeom prst="rect">
            <a:avLst/>
          </a:prstGeom>
          <a:solidFill>
            <a:srgbClr val="F0F7F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262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SaaS-enabled solves it structurally: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✅"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on Sevent + paid on Sevent →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commission (full revenue)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✅"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on Sevent + paid off-platform →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still paid (partial revenue)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✅"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manages legacy clients on Sevent →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paid (ongoing revenue)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Tactical Defenses Against Leakage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features that increase switching cost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7985455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ZATCA Compliance Barrier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 compliant tax invoices. Off-platform = supplier must build own e-invoicing system. (Strongest, Saudi-unique.)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Payments + 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Funds held until event delivery. Suppliers get advance working capital. Mada is instant; SARIE is slow.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 Repeat Commission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booking = 15%. Repeat booking with same client = 5% or 0%. Makes staying RATIONAL, not punitive.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+ Portfolio Lock-in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Supplier's records, availability, history all live on Sevent. Leaving = losing the operational system.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Resolution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arbitration faster than Saudi courts. Refund guarantees. Verified transaction history.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Sector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+ corporate need contracts, audits, ZATCA. They CANNOT transact informally. Lowest leakage segment.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decided, what we build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77295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▶"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SaaS-enabled Vertical Marketplace, B2B (organizer ↔ supplier).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▶"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first, not organizer. Tools before transactions.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▶"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and government events — Vision 2030 spend, low leakage.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▶"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ticketing. Stay B2B.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▶"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 + escrow + inverse repeat commission + calendar lock-in.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▶"/>
            </a:pPr>
            <a:r>
              <a:rPr lang="en-US" sz="18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Codebase: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supports Phase 1. Deepen, don't rewrite.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394960"/>
            <a:ext cx="11277295" cy="914400"/>
          </a:xfrm>
          <a:prstGeom prst="rect">
            <a:avLst/>
          </a:prstGeom>
          <a:solidFill>
            <a:srgbClr val="1F5132"/>
          </a:solidFill>
          <a:ln w="12700">
            <a:solidFill>
              <a:srgbClr val="1F5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validate with usage data — supplier vs. organizer ratio, retention, top-used feature.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Sevent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Sevent Strategy Summary</dc:title>
  <dc:subject>PptxGenJS Presentation</dc:subject>
  <dc:creator>Ahmad Rabaya</dc:creator>
  <cp:lastModifiedBy>Ahmad Rabaya</cp:lastModifiedBy>
  <cp:revision>1</cp:revision>
  <dcterms:created xsi:type="dcterms:W3CDTF">2026-04-29T10:34:20Z</dcterms:created>
  <dcterms:modified xsi:type="dcterms:W3CDTF">2026-04-29T10:34:20Z</dcterms:modified>
</cp:coreProperties>
</file>