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132"/>
          </a:solidFill>
          <a:ln/>
        </p:spPr>
      </p:sp>
      <p:sp>
        <p:nvSpPr>
          <p:cNvPr id="3" name="Text 1"/>
          <p:cNvSpPr/>
          <p:nvPr/>
        </p:nvSpPr>
        <p:spPr>
          <a:xfrm>
            <a:off x="8991295" y="6446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منصة Sevent — يوم الإطلاق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13716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13716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Mufeed\Sevent\Code\Claude Docs\screenshots\2026-05-12-supplier-journey\01-public-supplier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3048" y="5486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يوم الإطلاق · 14 مايو 2026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553048" y="1280160"/>
            <a:ext cx="51814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منصة Sevent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553048" y="3017520"/>
            <a:ext cx="51814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A7F3D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السوق الرقمي المُدار لقطاع الفعاليات في المملكة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53048" y="402336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التجربة الرائدة — الرياض وجدة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53048" y="44348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إصدار أول جاهز للاستخدام الفعلي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لماذا Sevent؟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38648" y="4846320"/>
            <a:ext cx="914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المشكلة في قطاع الفعاليات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11277295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التواصل بين المُنظِّم والمورد مشتّت بين الواتساب والبريد والمكالمات.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نموذج المناقصات التقليدي بطيء وغير شفّاف: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صعوبة مقارنة العروض جنبًا إلى جنب.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مسار توثيق واضح عند الخلاف.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حجز مزدوج وأزمات في اللحظة الأخيرة.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توجد منصة موحَّدة تربط الجهات المُنظِّمة بالموردين الموثوقين.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 — سوق رقمي مُدار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11277295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نموذج «سوق مُدار» وليس مناقصة مفتوحة: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مورد يُراجَع ويُعتمَد يدويًا قبل ظهوره للجمهور.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جودة مضمونة من أول تفاعل.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ملكية دورة العمل كاملة: من طلب العرض حتى الحجز المؤكد والعقد.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اقتصاد مستوحى من Airbnb / Uber مطبَّق على قطاع الفعاليات السعودي.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عربية كاملة بدعم اتجاه يمين-يسار من اليوم الأول.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كيف تعمل المنصة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38648" y="4846320"/>
            <a:ext cx="914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ثلاث واجهات متكاملة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33008" y="1417320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المُنظِّم والمورد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233008" y="1920240"/>
            <a:ext cx="55014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المُنظِّم: الشركات والجهات الحكومية ووكالات الفعاليات.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المورد: القاعات، التموين، التصوير، الديكور، وغيرها.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نظام صلاحيات دقيق يحدد ما يراه كل مستخدم حسب حالته.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501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الإدارة الداخلية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5014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الموردين واعتماد الوثائق.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متابعة التغذية الراجعة والإشعارات.</a:t>
            </a:r>
            <a:pPr rtl="1" algn="r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تحكم تشغيلي مركزي خلال التجربة الرائدة.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دورة العمل الكاملة من البداية للنهاية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11277295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تسجيل المورد ⟵ التحقق من الوثائق ⟵ الاعتماد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نشر طلب العرض ⟵ المطابقة الذكية لأفضل 5 موردين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إرسال العروض ⟵ مقارنتها ⟵ قبول العرض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إنشاء الحجز ⟵ توقيع العقد الإلكتروني ⟵ الحجز المؤكد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تغيير في الحالة موثَّق بختم زمني وهوية الفاعل — مسار تدقيق كامل لأي نزاع لاحق.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تحكم المورد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" name="Image 0" descr="D:\Mufeed\Sevent\Code\Claude Docs\screenshots\2026-05-12-supplier-journey\02-supplier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19295" y="1417320"/>
            <a:ext cx="731520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19295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إحصاءات سريعة، طلبات حديثة بعدّاد تنازلي، وشريط تقدّم الرحلة.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سوق الفرص للموردين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" name="Image 0" descr="D:\Mufeed\Sevent\Code\Claude Docs\screenshots\2026-05-12-supplier-journey\04-supplier-opportunities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19295" y="1417320"/>
            <a:ext cx="731520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19295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تصفّح طلبات العروض المنشورة بفلاتر المدينة ونوع الفعالية والميزانية.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اعتماد الموردين — الإدارة الداخلية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4" name="Image 0" descr="D:\Mufeed\Sevent\Code\Claude Docs\screenshots\2026-05-12-supplier-journey\10-admin-verifications-approv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19295" y="1417320"/>
            <a:ext cx="731520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19295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مراجعة الوثائق واعتماد كل مورد قبل ظهوره للجمهور.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ماذا أطلقنا اليوم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38648" y="4846320"/>
            <a:ext cx="914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المُنظِّم — جاهزة وتعمل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3840480"/>
              </a:tblGrid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القيمة للأعمال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الميزة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طلب منظَّم وردود أدق من الموردين.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معالج طلبات العروض (4 خطوات)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أفضل 5 موردين تلقائيًا حسب الموقع والإتاحة والتخصص.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المطابقة الذكية للموردين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مقارنة جنبًا إلى جنب قابلة للفرز — قرار أسرع وأشفّ.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شبكة مقارنة العروض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مهلة تأكيد 48 ساعة تمنع الحجز المزدوج.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قبول العرض وإنشاء الحجز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تنبيه قبل القبول يتجنّب أزمات اللحظة الأخيرة.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كشف تعارض المواعيد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تكامل سلس مع إجراءات الشراء الداخلية.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التصدير: CSV و PDF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المورد — جاهزة وتعمل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3840480"/>
              </a:tblGrid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القيمة للأعمال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الميزة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مدخل منظَّم يضمن اكتمال البيانات قبل الاعتماد.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معالج الانضمام (3 خطوات)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ظهور عضوي يحوّل الزوار إلى طلبات.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الصفحة العامة /s/[الاسم]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دليل بصري قوي يرفع نسبة التحويل.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معرض الأعمال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لا حجز مزدوج ولا فوضى مواعيد.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التقويم وإدارة الإتاحة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بنود حرّة أو بمساعدة محرك التسعير، مع عرض فني PDF.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منشئ العروض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نمو الإيرادات بدلًا من انتظار الدعوات.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سوق الفرص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الإدارة والواجهة العامة والقدرات المشتركة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3840480"/>
              </a:tblGrid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القيمة للأعمال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الميزة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ضمان جودة كل مورد قبل ظهوره للجمهور.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مراجعة الموردين والاعتماد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بوابة تسويقية متكاملة بشارات الامتثال السعودي.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الصفحة الرئيسية للزوار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إشعارات داخل التطبيق وبريدية تقلّل التسرّب.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نظام الإشعارات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عقد PDF بختم تشفيري لا يقبل التعديل بعد القبول.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العقود الإلكترونية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عربي/إنجليزي بدعم RTL كامل — جاهزية للسوق.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الواجهة ثنائية اللغة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اتصال مباشر بصوت العميل خلال التجربة.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التغذية الراجعة داخل التطبيق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مخاطر تم التعامل معها مسبقًا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11277295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منع الحجز المزدوج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آلية حجز مؤقت 48 ساعة قبل التأكيد النهائي.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سلامة العقود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 عرض مُرسَل يُحفظ كنسخة ثابتة بختم تشفيري.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جودة الموردين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 ظهور للجمهور قبل مراجعة الوثائق والاعتماد اليدوي.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الجاهزية للسوق المحلي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واجهة عربية كاملة دون حاجة لإعادة بناء لاحقة.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خارطة الطريق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638648" y="4846320"/>
            <a:ext cx="91440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الإصدار الثاني وما بعده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7040880"/>
                <a:gridCol w="4206240"/>
              </a:tblGrid>
              <a:tr h="3657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الأثر المتوقع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الميزة</a:t>
                      </a:r>
                      <a:endParaRPr lang="en-US" sz="15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1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مصدر الإيراد الرئيسي عبر العمولة وثقة أعلى.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المدفوعات على المنصة وفواتير ZATCA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تسريع تحويل الزائر وتقليل التفاوض.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الكتالوج التفاعلي وقواعد التسعير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تقليل وقت الانضمام بشكل كبير.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الإدخال الذكي من موقع المورد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شمولية أكبر للموردين منخفضي القراءة والكتابة.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الإدخال الصوتي بالعربية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توسيع شريحة المستخدمين ومنع التكرار.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الحساب مزدوج الدور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قرارات أعمق مبنية على البيانات.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iro" pitchFamily="34" charset="0"/>
                          <a:ea typeface="Cairo" pitchFamily="34" charset="-122"/>
                          <a:cs typeface="Cairo" pitchFamily="34" charset="-120"/>
                        </a:rPr>
                        <a:t>لوحات مؤشرات الأداء</a:t>
                      </a:r>
                      <a:endParaRPr lang="en-US" sz="1300" dirty="0">
                        <a:latin typeface="Cairo" charset="0"/>
                        <a:ea typeface="Cairo" charset="0"/>
                        <a:cs typeface="Cair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بعض هذه الميزات ظاهرة اليوم في المنصة بوسم «قريبًا في الإصدار الثاني».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النموذج التشغيلي والإيرادات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11277295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التجربة الرائدة محصورة في الرياض وجدة مع ~20–30 موردًا منتقًى لضمان الجودة قبل التوسع.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المدفوعات في الإصدار الحالي خارج المنصة (تحويل بنكي) — التركيز على إثبات القيمة وبناء القاعدة.</a:t>
            </a:r>
            <a:pPr rtl="1" algn="r" marL="254000" indent="-2540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قنوات الإيراد للنقاش في الإصدار الثاني: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عمولة على الصفقة عبر المدفوعات على المنصة.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اشتراك للموردين الكبار.</a:t>
            </a:r>
            <a:pPr rtl="1" algn="r" marL="508000" indent="-508000">
              <a:spcAft>
                <a:spcPts val="400"/>
              </a:spcAft>
              <a:buSzPct val="100000"/>
              <a:buChar char="○"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إبراز مدفوع في سوق الفرص.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الخطوات التالية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37215" y="1188720"/>
            <a:ext cx="109728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17320"/>
            <a:ext cx="11277295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استكمال التجربة الرائدة وقياس مؤشرات التبني والاحتفاظ خلال 4–6 أسابيع.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ترتيب أولوية الإصدار الثاني بناءً على ملاحظات الموردين الفعلية — بدءًا بالكتالوج والمدفوعات.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سياسة العمولة وشروط ZATCA قبل إطلاق المدفوعات على المنصة.</a:t>
            </a:r>
            <a:pPr rtl="1" algn="r" marL="254000" indent="-2540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اعتماد خطة توسع جغرافي تدريجية لمدن إضافية بعد التحقق من نموذج العمل.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0712"/>
            <a:ext cx="12191695" cy="36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1F513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"Sevent يحوّل قطاع الفعاليات من مناقصات مشتّتة إلى سوق رقمي موثوق ومُدار."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— رؤية المنصة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شكراً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A7F3D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أهلاً بكم في يوم إطلاق Sevent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www.seventsa.com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Sevent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منصة Sevent — يوم الإطلاق</dc:title>
  <dc:subject>PptxGenJS Presentation</dc:subject>
  <dc:creator>فريق Sevent</dc:creator>
  <cp:lastModifiedBy>فريق Sevent</cp:lastModifiedBy>
  <cp:revision>1</cp:revision>
  <dcterms:created xsi:type="dcterms:W3CDTF">2026-05-14T14:49:53Z</dcterms:created>
  <dcterms:modified xsi:type="dcterms:W3CDTF">2026-05-14T14:49:53Z</dcterms:modified>
</cp:coreProperties>
</file>